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15440-FEC8-4780-94F0-BF27F5D3A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A867CC-205F-4D5C-97D5-4BDBC5BD7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218341-BCAE-4555-8E57-BDA00187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98A93F-1DCF-4107-A446-3D5FA0AD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E6189E-4EFB-43ED-ABF8-FFD31753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892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C7EB2-0F91-4D27-AF70-C3DCBB7D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218D3-6C33-41E8-97CF-0EED9A227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0F3188-8E7A-497B-85FC-0C644B04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AC0259-EDC6-4A99-9C8E-73F49650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4E8774-5E68-4D21-8B10-703EE271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25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68E254-8D2C-497C-888C-28DBF2DEC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ECFC92-2613-42C2-AFFE-DB48B2ADA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FE9E40-AD95-4BE1-B992-5AD4A2A5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EF770E-67BD-426A-B653-B8288525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F8968E-07BF-47B7-A5E6-CC0F7BB8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75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6CACE-72C5-4143-AC25-F61CCE88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72EC60-DA3A-4ADA-843A-7EF1C4CB1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3C91D1-CBD3-4189-99F2-FBEE28F84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F871EA-B296-4DD7-BB10-7B3379EBC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142608-E695-44FB-9D1D-05177D62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667140-96BC-4431-B9A7-46F200CE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25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6A2232-04A1-427B-9EA8-C4B85904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506431-C037-4F6B-B972-1821C94C8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36DE90-6253-4D76-B6DC-B5ABAD380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5DC0A7-F423-4D34-8E96-D2FB45644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838AE61-EC1A-4900-B17A-5B4D99B38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3B8AC62-7E17-4BFC-B4F3-F097B4D7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BAD9C7-1782-497E-B94D-18CF970A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111F39-C879-4CCF-90C2-B1912F96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413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CDAC80-B19B-4751-AADE-8A7E797F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39F8EF-5A31-46E3-BE48-61305CDD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02B81A-322A-4716-BA94-C7A20987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FDAC0F-8A56-464C-BD56-7B81F70E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65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A79FAD-4A23-49A9-B00F-7FA3EDEC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BED86C6-A2A9-4C8B-9FD7-F36CF5AE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C89126-8FD1-410C-B0DA-671D730E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77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C6D783-207D-49F3-A3DB-BE0EB70EA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D2B053-997D-46C3-886F-4236D058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7417C3-104E-4875-A38F-C7F7D8EC2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A90684-303B-4960-B9E2-FAFF68096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B45D90-95BA-41A6-8313-2C55268F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85013E-9D8A-4719-88E3-DD021574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47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77F0A-448A-4D6A-A985-37148ABB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7267679-A35F-405E-AE34-30D6DB107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9B1712-8EEA-4102-9488-7B05A0A0A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51DC51-1574-45F1-B2B7-9BBFC185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D930BE-5C20-4807-8F4E-D3CA2124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E21FFF-5D59-488A-B160-6E615F19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31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7F6DC-045E-4974-9FDC-CB706B6D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FE0725-0D21-42BC-B94A-1F3078EF2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9652B1-1110-4DAC-87AF-04AA0466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B90904-339F-484C-923B-24E6ECD6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E818B-7DC8-45A2-AD45-172AC16A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93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C523A36-5BAE-487D-BB33-918EDE63B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B91A7C-4216-4239-A10A-ADDD2D78E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E75128-D974-4339-8C16-02C3C7EB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9D6276-D961-425D-9E15-B7904C28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697FA-2A87-4727-85F4-260E92F8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678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567EC64-3DA4-4D85-B92F-D661725D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F982D9-DE34-4D5C-9EB4-30588FE91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7B02CF-BABF-4050-BA16-2BD964E58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214BA-483D-449A-A709-32D54D167765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412973-CB22-47A6-98D6-C038213E1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7DCC0B-F632-4994-8A7C-675BCBBB1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125FB-DB4D-46E1-8D9E-F29301B67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02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675960C-8C1E-4D75-BE62-DEBCB4F2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75" y="95250"/>
            <a:ext cx="641985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3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C84D68C-C085-4647-B4E4-345CBC1DE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2" y="985837"/>
            <a:ext cx="65436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4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E52C293-7949-41B2-9EC8-135D5AE32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7" y="1495425"/>
            <a:ext cx="63341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3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E421AF-21C7-4F26-A0E1-53ED66760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75" y="947737"/>
            <a:ext cx="649605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7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7A04917-DB2A-4FEA-B098-97E39E6AD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58" y="0"/>
            <a:ext cx="62012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5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0334D66-9CDF-4768-863B-2B2A0E422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262" y="1495425"/>
            <a:ext cx="64674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29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BE74FFEBE0154AB1EF0D5F0AC86EC5" ma:contentTypeVersion="4" ma:contentTypeDescription="Ein neues Dokument erstellen." ma:contentTypeScope="" ma:versionID="e8e5c8b5da70423f95945e83ece6734a">
  <xsd:schema xmlns:xsd="http://www.w3.org/2001/XMLSchema" xmlns:xs="http://www.w3.org/2001/XMLSchema" xmlns:p="http://schemas.microsoft.com/office/2006/metadata/properties" xmlns:ns3="c0455fc3-2e8c-49ef-8176-fcc1a5656d6d" targetNamespace="http://schemas.microsoft.com/office/2006/metadata/properties" ma:root="true" ma:fieldsID="06f8b84f14d5055248e9a60f8e7c1387" ns3:_="">
    <xsd:import namespace="c0455fc3-2e8c-49ef-8176-fcc1a5656d6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55fc3-2e8c-49ef-8176-fcc1a5656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72D667-3DD9-4C63-938E-8127C56940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55fc3-2e8c-49ef-8176-fcc1a5656d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B77850-2371-4C24-BC9F-51099CA7A4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6ECD98-56B9-4B06-9A95-FC2328D12B40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c0455fc3-2e8c-49ef-8176-fcc1a5656d6d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Salim Amara (samara)</dc:creator>
  <cp:lastModifiedBy>Salim Amara (samara)</cp:lastModifiedBy>
  <cp:revision>1</cp:revision>
  <dcterms:created xsi:type="dcterms:W3CDTF">2021-10-26T18:33:45Z</dcterms:created>
  <dcterms:modified xsi:type="dcterms:W3CDTF">2021-10-26T18:39:20Z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0x0101004FBE74FFEBE0154AB1EF0D5F0AC86EC5</vt:lpwstr>
  </property>
</Properties>
</file>